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하경은행 CANT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D4A574"/>
                </a:solidFill>
              </a:defRPr>
            </a:pPr>
            <a:r>
              <a:t>화면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DC3B4"/>
                </a:solidFill>
              </a:defRPr>
            </a:pPr>
            <a:r>
              <a:t>Comprehensive AI-based New employee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목차 (Table of Contents)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인증 (6개 화면)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연수원 관리 (5개 화면)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AI 챗봇 (4개 화면)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210312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1488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03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일정 관리 (5개 화면)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RAG 시뮬레이션 (7개 화면)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2743200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7889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퀴즈 (5개 화면)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3383279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2899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3832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대시보드/리포트 (5개 화면)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3383279"/>
            <a:ext cx="365760" cy="36576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42899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38327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3B53"/>
                </a:solidFill>
              </a:defRPr>
            </a:pPr>
            <a:r>
              <a:t>동아리 라운지 (4개 화면)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AUTH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인증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6개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SCR-AUTH-01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로그인 페이지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이메일/사번 입력 폼, 로그인 버튼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AUTH01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SCR-AUTH-02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로그인 실패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AUTH01-03,04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에러 메시지 표시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AUTH01-03,04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SCR-AUTH-03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아이디 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AUTH03-02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이름, 사번 입력 폼 + 결과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AUTH03-02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SCR-AUTH-04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비밀번호 재설정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AUTH03-01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이메일, 사번 입력 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AUTH03-01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SCR-AUTH-05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내 정보 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AUTH02-01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프로필 페이지 (이름, 부서, 사진)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AUTH02-01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SCR-AUTH-06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내 정보 수정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AUTH02-02,04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비밀번호 변경, 사진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AUTH02-02,04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TC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연수원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5개 화면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SCR-TC-01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연수원 DB 동기화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TC01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기수 선택 UI, 동기화 버튼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TC01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SCR-TC-02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동기화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TC01-03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생성된 멘티/멘토 수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TC01-03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SCR-TC-03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멘티 목록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TC04-01,02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목록 테이블, 검색창, 필터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TC04-01,02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SCR-TC-04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멘토 목록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TC04-01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멘토 목록 테이블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TC04-01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SCR-TC-05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레코드 삭제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TC04-03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삭제 확인 모달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TC04-03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CHAT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챗봇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4개 화면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SCR-CHAT-01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챗봇 메인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CHAT01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채팅 인터페이스 전체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CHAT01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SCR-CHAT-02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규정 질의응답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CHAT01-02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답변 + 출처(sources)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CHAT01-02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SCR-CHAT-03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일정 생성 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CHAT02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자연어로 일정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CHAT02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SCR-CHAT-04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학습 현황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CHAT03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약점 분석 결과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CHAT03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SCH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일정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5개 화면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SCR-SCH-01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캘린더 뷰 (월간)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SCH02-01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월간 캘린더 + 일정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SCH02-01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SCR-SCH-02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캘린더 뷰 (주간)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SCH02-01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주간 또는 일간 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SCH02-01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SCR-SCH-03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일정 등록 모달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SCH01-01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제목, 시간, 장소, 색상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SCH01-01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SCR-SCH-04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일정 상세/수정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SCH02-03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상세 정보 + 수정/삭제 버튼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SCH02-03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SCR-SCH-05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공통 빈 시간 추천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SCH04-01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멘토링 가능 시간 슬롯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SCH04-01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SIM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RAG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7개 화면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시뮬레이션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페르소나 + 상황 선택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페르소나 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SIM01-01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고객 유형 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SIM01-01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상황 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SIM01-02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시나리오 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SIM01-02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대화 진행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음성 대화 UI, 녹음 버튼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실시간 점수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SIM03-03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대화 중 점수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SIM03-03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종합 피드백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6대 역량 점수 차트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SCR-SIM-07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피드백 이력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SIM04-03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과거 피드백 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SIM04-03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QUIZ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5개 화면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SCR-QUIZ-01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퀴즈 모드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QUIZ01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랜덤/맞춤/평가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QUIZ01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SCR-QUIZ-02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퀴즈 풀이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QUIZ01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문제 + 보기 + 진행률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QUIZ01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SCR-QUIZ-03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퀴즈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QUIZ03-01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점수, 정답률,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QUIZ03-01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SCR-QUIZ-04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오답 노트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QUIZ04-01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틀린 문제 + 해설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QUIZ04-01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SCR-QUIZ-05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응시 횟수 제한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QUIZ02-02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횟수 초과 에러 메시지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QUIZ02-02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REP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대시보드/리포트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5개 화면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SCR-REP-01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멘티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전체 레이아웃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REP01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SCR-REP-02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역량 레이더 차트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REP01-03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6대 역량 시각화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REP01-03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SCR-REP-03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성장 추이 그래프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REP01-04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시간별 점수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REP01-04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SCR-REP-04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멘토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담당 멘티 목록 +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REP02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SCR-REP-05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관리자 매칭 현황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REP03-02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전체 매칭 테이블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REP03-02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574"/>
                </a:solidFill>
              </a:defRPr>
            </a:pPr>
            <a:r>
              <a:t>[ CLUB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동아리 라운지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C3B4"/>
                </a:solidFill>
              </a:defRPr>
            </a:pPr>
            <a:r>
              <a:t>4개 화면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SCR-CLUB-01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게시판 목록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CLUB01-03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게시글 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CLUB01-03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SCR-CLUB-02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게시글 작성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CLUB01-01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제목, 내용, 카테고리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CLUB01-01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SCR-CLUB-03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게시글 상세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CLUB01-04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본문 + 댓글 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CLUB01-04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574"/>
                </a:solidFill>
              </a:defRPr>
            </a:pPr>
            <a:r>
              <a:t>SCR-CLUB-04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같이하기 승인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74320"/>
            <a:ext cx="2011680" cy="36576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CLUB02-03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85216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829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5852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29AB1"/>
                </a:solidFill>
              </a:defRPr>
            </a:pPr>
            <a:r>
              <a:t>📷 스크린샷을 여기에 삽입하세요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65176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📝 화면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43B53"/>
                </a:solidFill>
              </a:defRPr>
            </a:pPr>
            <a:r>
              <a:t>승인 버튼/완료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🔗 연관 기능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7F5F"/>
                </a:solidFill>
              </a:defRPr>
            </a:pPr>
            <a:r>
              <a:t>CLUB02-03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4E68"/>
                </a:solidFill>
              </a:defRPr>
            </a:pPr>
            <a:r>
              <a:t>📌 비고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29AB1"/>
                </a:solidFill>
              </a:defRPr>
            </a:pPr>
            <a:r>
              <a:t>(여기에 추가 설명을 작성하세요)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